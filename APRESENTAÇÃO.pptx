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labeloo" charset="1" panose="00000500000000000000"/>
      <p:regular r:id="rId16"/>
    </p:embeddedFont>
    <p:embeddedFont>
      <p:font typeface="Jet" charset="1" panose="02060603050605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17" Target="../media/image13.png" Type="http://schemas.openxmlformats.org/officeDocument/2006/relationships/image"/><Relationship Id="rId18" Target="../media/image14.svg" Type="http://schemas.openxmlformats.org/officeDocument/2006/relationships/image"/><Relationship Id="rId19" Target="../media/image21.png" Type="http://schemas.openxmlformats.org/officeDocument/2006/relationships/image"/><Relationship Id="rId2" Target="../media/image1.png" Type="http://schemas.openxmlformats.org/officeDocument/2006/relationships/image"/><Relationship Id="rId20" Target="../media/image22.svg" Type="http://schemas.openxmlformats.org/officeDocument/2006/relationships/image"/><Relationship Id="rId21" Target="../media/image23.png" Type="http://schemas.openxmlformats.org/officeDocument/2006/relationships/image"/><Relationship Id="rId22" Target="../media/image24.png" Type="http://schemas.openxmlformats.org/officeDocument/2006/relationships/image"/><Relationship Id="rId23" Target="../media/image25.png" Type="http://schemas.openxmlformats.org/officeDocument/2006/relationships/image"/><Relationship Id="rId24" Target="../media/image26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8.png" Type="http://schemas.openxmlformats.org/officeDocument/2006/relationships/image"/><Relationship Id="rId19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8.png" Type="http://schemas.openxmlformats.org/officeDocument/2006/relationships/image"/><Relationship Id="rId19" Target="../media/image29.png" Type="http://schemas.openxmlformats.org/officeDocument/2006/relationships/image"/><Relationship Id="rId2" Target="../media/image1.png" Type="http://schemas.openxmlformats.org/officeDocument/2006/relationships/image"/><Relationship Id="rId20" Target="../media/image30.png" Type="http://schemas.openxmlformats.org/officeDocument/2006/relationships/image"/><Relationship Id="rId21" Target="../media/image3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85318" y="2182782"/>
            <a:ext cx="9517365" cy="395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VO NA KOMBI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73876" y="5108892"/>
            <a:ext cx="7975616" cy="5552307"/>
          </a:xfrm>
          <a:custGeom>
            <a:avLst/>
            <a:gdLst/>
            <a:ahLst/>
            <a:cxnLst/>
            <a:rect r="r" b="b" t="t" l="l"/>
            <a:pathLst>
              <a:path h="5552307" w="7975616">
                <a:moveTo>
                  <a:pt x="0" y="0"/>
                </a:moveTo>
                <a:lnTo>
                  <a:pt x="7975616" y="0"/>
                </a:lnTo>
                <a:lnTo>
                  <a:pt x="7975616" y="5552307"/>
                </a:lnTo>
                <a:lnTo>
                  <a:pt x="0" y="55523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9751" y="477289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8" y="0"/>
                </a:lnTo>
                <a:lnTo>
                  <a:pt x="1517898" y="1906036"/>
                </a:lnTo>
                <a:lnTo>
                  <a:pt x="0" y="19060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3011" y="7912534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8" y="0"/>
                </a:lnTo>
                <a:lnTo>
                  <a:pt x="1517898" y="1906036"/>
                </a:lnTo>
                <a:lnTo>
                  <a:pt x="0" y="19060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8094588" y="1959083"/>
            <a:ext cx="667345" cy="1968"/>
          </a:xfrm>
          <a:prstGeom prst="line">
            <a:avLst/>
          </a:prstGeom>
          <a:ln cap="rnd" w="171450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183" y="6679796"/>
            <a:ext cx="5913426" cy="3873294"/>
          </a:xfrm>
          <a:custGeom>
            <a:avLst/>
            <a:gdLst/>
            <a:ahLst/>
            <a:cxnLst/>
            <a:rect r="r" b="b" t="t" l="l"/>
            <a:pathLst>
              <a:path h="3873294" w="5913426">
                <a:moveTo>
                  <a:pt x="0" y="0"/>
                </a:moveTo>
                <a:lnTo>
                  <a:pt x="5913425" y="0"/>
                </a:lnTo>
                <a:lnTo>
                  <a:pt x="5913425" y="3873294"/>
                </a:lnTo>
                <a:lnTo>
                  <a:pt x="0" y="3873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01949" y="2957082"/>
            <a:ext cx="2492794" cy="249279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1432" y="0"/>
                  </a:moveTo>
                  <a:lnTo>
                    <a:pt x="741368" y="0"/>
                  </a:lnTo>
                  <a:cubicBezTo>
                    <a:pt x="780819" y="0"/>
                    <a:pt x="812800" y="31981"/>
                    <a:pt x="812800" y="71432"/>
                  </a:cubicBezTo>
                  <a:lnTo>
                    <a:pt x="812800" y="741368"/>
                  </a:lnTo>
                  <a:cubicBezTo>
                    <a:pt x="812800" y="780819"/>
                    <a:pt x="780819" y="812800"/>
                    <a:pt x="741368" y="812800"/>
                  </a:cubicBezTo>
                  <a:lnTo>
                    <a:pt x="71432" y="812800"/>
                  </a:lnTo>
                  <a:cubicBezTo>
                    <a:pt x="31981" y="812800"/>
                    <a:pt x="0" y="780819"/>
                    <a:pt x="0" y="741368"/>
                  </a:cubicBezTo>
                  <a:lnTo>
                    <a:pt x="0" y="71432"/>
                  </a:lnTo>
                  <a:cubicBezTo>
                    <a:pt x="0" y="31981"/>
                    <a:pt x="31981" y="0"/>
                    <a:pt x="71432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800" r="0" b="-8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85046" y="2957082"/>
            <a:ext cx="2492794" cy="24927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1432" y="0"/>
                  </a:moveTo>
                  <a:lnTo>
                    <a:pt x="741368" y="0"/>
                  </a:lnTo>
                  <a:cubicBezTo>
                    <a:pt x="780819" y="0"/>
                    <a:pt x="812800" y="31981"/>
                    <a:pt x="812800" y="71432"/>
                  </a:cubicBezTo>
                  <a:lnTo>
                    <a:pt x="812800" y="741368"/>
                  </a:lnTo>
                  <a:cubicBezTo>
                    <a:pt x="812800" y="780819"/>
                    <a:pt x="780819" y="812800"/>
                    <a:pt x="741368" y="812800"/>
                  </a:cubicBezTo>
                  <a:lnTo>
                    <a:pt x="71432" y="812800"/>
                  </a:lnTo>
                  <a:cubicBezTo>
                    <a:pt x="31981" y="812800"/>
                    <a:pt x="0" y="780819"/>
                    <a:pt x="0" y="741368"/>
                  </a:cubicBezTo>
                  <a:lnTo>
                    <a:pt x="0" y="71432"/>
                  </a:lnTo>
                  <a:cubicBezTo>
                    <a:pt x="0" y="31981"/>
                    <a:pt x="31981" y="0"/>
                    <a:pt x="71432" y="0"/>
                  </a:cubicBezTo>
                  <a:close/>
                </a:path>
              </a:pathLst>
            </a:custGeom>
            <a:blipFill>
              <a:blip r:embed="rId15"/>
              <a:stretch>
                <a:fillRect l="-7209" t="0" r="-720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68143" y="2957082"/>
            <a:ext cx="2492794" cy="24927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1432" y="0"/>
                  </a:moveTo>
                  <a:lnTo>
                    <a:pt x="741368" y="0"/>
                  </a:lnTo>
                  <a:cubicBezTo>
                    <a:pt x="780819" y="0"/>
                    <a:pt x="812800" y="31981"/>
                    <a:pt x="812800" y="71432"/>
                  </a:cubicBezTo>
                  <a:lnTo>
                    <a:pt x="812800" y="741368"/>
                  </a:lnTo>
                  <a:cubicBezTo>
                    <a:pt x="812800" y="780819"/>
                    <a:pt x="780819" y="812800"/>
                    <a:pt x="741368" y="812800"/>
                  </a:cubicBezTo>
                  <a:lnTo>
                    <a:pt x="71432" y="812800"/>
                  </a:lnTo>
                  <a:cubicBezTo>
                    <a:pt x="31981" y="812800"/>
                    <a:pt x="0" y="780819"/>
                    <a:pt x="0" y="741368"/>
                  </a:cubicBezTo>
                  <a:lnTo>
                    <a:pt x="0" y="71432"/>
                  </a:lnTo>
                  <a:cubicBezTo>
                    <a:pt x="0" y="31981"/>
                    <a:pt x="31981" y="0"/>
                    <a:pt x="71432" y="0"/>
                  </a:cubicBezTo>
                  <a:close/>
                </a:path>
              </a:pathLst>
            </a:custGeom>
            <a:blipFill>
              <a:blip r:embed="rId16"/>
              <a:stretch>
                <a:fillRect l="-14052" t="0" r="-14052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750786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19414" y="2895688"/>
            <a:ext cx="2492794" cy="249279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1432" y="0"/>
                  </a:moveTo>
                  <a:lnTo>
                    <a:pt x="741368" y="0"/>
                  </a:lnTo>
                  <a:cubicBezTo>
                    <a:pt x="780819" y="0"/>
                    <a:pt x="812800" y="31981"/>
                    <a:pt x="812800" y="71432"/>
                  </a:cubicBezTo>
                  <a:lnTo>
                    <a:pt x="812800" y="741368"/>
                  </a:lnTo>
                  <a:cubicBezTo>
                    <a:pt x="812800" y="780819"/>
                    <a:pt x="780819" y="812800"/>
                    <a:pt x="741368" y="812800"/>
                  </a:cubicBezTo>
                  <a:lnTo>
                    <a:pt x="71432" y="812800"/>
                  </a:lnTo>
                  <a:cubicBezTo>
                    <a:pt x="31981" y="812800"/>
                    <a:pt x="0" y="780819"/>
                    <a:pt x="0" y="741368"/>
                  </a:cubicBezTo>
                  <a:lnTo>
                    <a:pt x="0" y="71432"/>
                  </a:lnTo>
                  <a:cubicBezTo>
                    <a:pt x="0" y="31981"/>
                    <a:pt x="31981" y="0"/>
                    <a:pt x="71432" y="0"/>
                  </a:cubicBezTo>
                  <a:close/>
                </a:path>
              </a:pathLst>
            </a:custGeom>
            <a:blipFill>
              <a:blip r:embed="rId21"/>
              <a:stretch>
                <a:fillRect l="-158" t="0" r="-158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550677" y="2957082"/>
            <a:ext cx="2492794" cy="249279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1432" y="0"/>
                  </a:moveTo>
                  <a:lnTo>
                    <a:pt x="741368" y="0"/>
                  </a:lnTo>
                  <a:cubicBezTo>
                    <a:pt x="780819" y="0"/>
                    <a:pt x="812800" y="31981"/>
                    <a:pt x="812800" y="71432"/>
                  </a:cubicBezTo>
                  <a:lnTo>
                    <a:pt x="812800" y="741368"/>
                  </a:lnTo>
                  <a:cubicBezTo>
                    <a:pt x="812800" y="780819"/>
                    <a:pt x="780819" y="812800"/>
                    <a:pt x="741368" y="812800"/>
                  </a:cubicBezTo>
                  <a:lnTo>
                    <a:pt x="71432" y="812800"/>
                  </a:lnTo>
                  <a:cubicBezTo>
                    <a:pt x="31981" y="812800"/>
                    <a:pt x="0" y="780819"/>
                    <a:pt x="0" y="741368"/>
                  </a:cubicBezTo>
                  <a:lnTo>
                    <a:pt x="0" y="71432"/>
                  </a:lnTo>
                  <a:cubicBezTo>
                    <a:pt x="0" y="31981"/>
                    <a:pt x="31981" y="0"/>
                    <a:pt x="71432" y="0"/>
                  </a:cubicBezTo>
                  <a:close/>
                </a:path>
              </a:pathLst>
            </a:custGeom>
            <a:blipFill>
              <a:blip r:embed="rId22"/>
              <a:stretch>
                <a:fillRect l="-2680" t="0" r="-268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07574" y="6430392"/>
            <a:ext cx="2412315" cy="241231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815" y="0"/>
                  </a:moveTo>
                  <a:lnTo>
                    <a:pt x="738985" y="0"/>
                  </a:lnTo>
                  <a:cubicBezTo>
                    <a:pt x="758562" y="0"/>
                    <a:pt x="777337" y="7777"/>
                    <a:pt x="791180" y="21620"/>
                  </a:cubicBezTo>
                  <a:cubicBezTo>
                    <a:pt x="805023" y="35463"/>
                    <a:pt x="812800" y="54238"/>
                    <a:pt x="812800" y="73815"/>
                  </a:cubicBezTo>
                  <a:lnTo>
                    <a:pt x="812800" y="738985"/>
                  </a:lnTo>
                  <a:cubicBezTo>
                    <a:pt x="812800" y="758562"/>
                    <a:pt x="805023" y="777337"/>
                    <a:pt x="791180" y="791180"/>
                  </a:cubicBezTo>
                  <a:cubicBezTo>
                    <a:pt x="777337" y="805023"/>
                    <a:pt x="758562" y="812800"/>
                    <a:pt x="738985" y="812800"/>
                  </a:cubicBezTo>
                  <a:lnTo>
                    <a:pt x="73815" y="812800"/>
                  </a:lnTo>
                  <a:cubicBezTo>
                    <a:pt x="54238" y="812800"/>
                    <a:pt x="35463" y="805023"/>
                    <a:pt x="21620" y="791180"/>
                  </a:cubicBezTo>
                  <a:cubicBezTo>
                    <a:pt x="7777" y="777337"/>
                    <a:pt x="0" y="758562"/>
                    <a:pt x="0" y="738985"/>
                  </a:cubicBezTo>
                  <a:lnTo>
                    <a:pt x="0" y="73815"/>
                  </a:lnTo>
                  <a:cubicBezTo>
                    <a:pt x="0" y="54238"/>
                    <a:pt x="7777" y="35463"/>
                    <a:pt x="21620" y="21620"/>
                  </a:cubicBezTo>
                  <a:cubicBezTo>
                    <a:pt x="35463" y="7777"/>
                    <a:pt x="54238" y="0"/>
                    <a:pt x="73815" y="0"/>
                  </a:cubicBezTo>
                  <a:close/>
                </a:path>
              </a:pathLst>
            </a:custGeom>
            <a:blipFill>
              <a:blip r:embed="rId23"/>
              <a:stretch>
                <a:fillRect l="-3456" t="0" r="-345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84679" y="6430392"/>
            <a:ext cx="2412315" cy="241231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815" y="0"/>
                  </a:moveTo>
                  <a:lnTo>
                    <a:pt x="738985" y="0"/>
                  </a:lnTo>
                  <a:cubicBezTo>
                    <a:pt x="758562" y="0"/>
                    <a:pt x="777337" y="7777"/>
                    <a:pt x="791180" y="21620"/>
                  </a:cubicBezTo>
                  <a:cubicBezTo>
                    <a:pt x="805023" y="35463"/>
                    <a:pt x="812800" y="54238"/>
                    <a:pt x="812800" y="73815"/>
                  </a:cubicBezTo>
                  <a:lnTo>
                    <a:pt x="812800" y="738985"/>
                  </a:lnTo>
                  <a:cubicBezTo>
                    <a:pt x="812800" y="758562"/>
                    <a:pt x="805023" y="777337"/>
                    <a:pt x="791180" y="791180"/>
                  </a:cubicBezTo>
                  <a:cubicBezTo>
                    <a:pt x="777337" y="805023"/>
                    <a:pt x="758562" y="812800"/>
                    <a:pt x="738985" y="812800"/>
                  </a:cubicBezTo>
                  <a:lnTo>
                    <a:pt x="73815" y="812800"/>
                  </a:lnTo>
                  <a:cubicBezTo>
                    <a:pt x="54238" y="812800"/>
                    <a:pt x="35463" y="805023"/>
                    <a:pt x="21620" y="791180"/>
                  </a:cubicBezTo>
                  <a:cubicBezTo>
                    <a:pt x="7777" y="777337"/>
                    <a:pt x="0" y="758562"/>
                    <a:pt x="0" y="738985"/>
                  </a:cubicBezTo>
                  <a:lnTo>
                    <a:pt x="0" y="73815"/>
                  </a:lnTo>
                  <a:cubicBezTo>
                    <a:pt x="0" y="54238"/>
                    <a:pt x="7777" y="35463"/>
                    <a:pt x="21620" y="21620"/>
                  </a:cubicBezTo>
                  <a:cubicBezTo>
                    <a:pt x="35463" y="7777"/>
                    <a:pt x="54238" y="0"/>
                    <a:pt x="73815" y="0"/>
                  </a:cubicBezTo>
                  <a:close/>
                </a:path>
              </a:pathLst>
            </a:custGeom>
            <a:blipFill>
              <a:blip r:embed="rId24"/>
              <a:stretch>
                <a:fillRect l="-15644" t="0" r="-15644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581596" y="1680658"/>
            <a:ext cx="7050207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NOSSO TIME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12199" y="5715152"/>
            <a:ext cx="2798373" cy="48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5"/>
              </a:lnSpc>
            </a:pPr>
            <a:r>
              <a:rPr lang="en-US" sz="3235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Leonardo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95295" y="5715152"/>
            <a:ext cx="2798373" cy="48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5"/>
              </a:lnSpc>
            </a:pPr>
            <a:r>
              <a:rPr lang="en-US" sz="3235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Matheus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78392" y="5715152"/>
            <a:ext cx="2798373" cy="48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5"/>
              </a:lnSpc>
            </a:pPr>
            <a:r>
              <a:rPr lang="en-US" sz="3235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Eduardo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9664" y="5653758"/>
            <a:ext cx="2798373" cy="48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5"/>
              </a:lnSpc>
            </a:pPr>
            <a:r>
              <a:rPr lang="en-US" sz="3235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Gabriel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60927" y="5715152"/>
            <a:ext cx="2798373" cy="48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5"/>
              </a:lnSpc>
            </a:pPr>
            <a:r>
              <a:rPr lang="en-US" sz="3235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Breno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64359" y="9052473"/>
            <a:ext cx="2708029" cy="4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sz="3131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Kauê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41463" y="9052473"/>
            <a:ext cx="2708029" cy="4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sz="3131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Pedro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42512" y="2142291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OBJETIVO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3928" y="3350290"/>
            <a:ext cx="13893937" cy="431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Atender à d</a:t>
            </a: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emanda do cliente por uma análise logística e comercial no Brasil, contemplando:</a:t>
            </a:r>
          </a:p>
          <a:p>
            <a:pPr algn="ctr">
              <a:lnSpc>
                <a:spcPts val="4262"/>
              </a:lnSpc>
            </a:pPr>
          </a:p>
          <a:p>
            <a:pPr algn="l" marL="742149" indent="-371075" lvl="1">
              <a:lnSpc>
                <a:spcPts val="4262"/>
              </a:lnSpc>
              <a:buFont typeface="Arial"/>
              <a:buChar char="•"/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As rotas e modais de transporte mais utilizados;</a:t>
            </a:r>
          </a:p>
          <a:p>
            <a:pPr algn="l" marL="742149" indent="-371075" lvl="1">
              <a:lnSpc>
                <a:spcPts val="4262"/>
              </a:lnSpc>
              <a:buFont typeface="Arial"/>
              <a:buChar char="•"/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As regiões com maior circulação de mercadorias;</a:t>
            </a:r>
          </a:p>
          <a:p>
            <a:pPr algn="l" marL="742149" indent="-371075" lvl="1">
              <a:lnSpc>
                <a:spcPts val="4262"/>
              </a:lnSpc>
              <a:buFont typeface="Arial"/>
              <a:buChar char="•"/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Os principais parceiros comerciais internacionais, seus produtos e relevância nas trocas.</a:t>
            </a:r>
          </a:p>
          <a:p>
            <a:pPr algn="ctr">
              <a:lnSpc>
                <a:spcPts val="4262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2414" y="907766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3" y="0"/>
                </a:lnTo>
                <a:lnTo>
                  <a:pt x="2592823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828800" y="3926257"/>
          <a:ext cx="7315200" cy="5008531"/>
        </p:xfrm>
        <a:graphic>
          <a:graphicData uri="http://schemas.openxmlformats.org/drawingml/2006/table">
            <a:tbl>
              <a:tblPr/>
              <a:tblGrid>
                <a:gridCol w="1555641"/>
                <a:gridCol w="2286767"/>
                <a:gridCol w="3472792"/>
              </a:tblGrid>
              <a:tr h="10269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rank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User Story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Como cliente,  quero que  os dados  sejam  refinados  para atender  minhas  demandas;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3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Como cliente, quero uma tela interativa;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0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Como cliente, quero um grafico geral para melhor visuação dos dados;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828800" y="2025649"/>
            <a:ext cx="14630400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USER STORIES - SPRITN 1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651196" y="3926257"/>
          <a:ext cx="3492804" cy="1057275"/>
        </p:xfrm>
        <a:graphic>
          <a:graphicData uri="http://schemas.openxmlformats.org/drawingml/2006/table">
            <a:tbl>
              <a:tblPr/>
              <a:tblGrid>
                <a:gridCol w="3492804"/>
              </a:tblGrid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144000" y="3926257"/>
          <a:ext cx="7315200" cy="5000625"/>
        </p:xfrm>
        <a:graphic>
          <a:graphicData uri="http://schemas.openxmlformats.org/drawingml/2006/table">
            <a:tbl>
              <a:tblPr/>
              <a:tblGrid>
                <a:gridCol w="2201947"/>
                <a:gridCol w="1624698"/>
                <a:gridCol w="3488555"/>
              </a:tblGrid>
              <a:tr h="1027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Estimativa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Requisito do parceiro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44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3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9258300"/>
            <a:ext cx="1897112" cy="879570"/>
          </a:xfrm>
          <a:custGeom>
            <a:avLst/>
            <a:gdLst/>
            <a:ahLst/>
            <a:cxnLst/>
            <a:rect r="r" b="b" t="t" l="l"/>
            <a:pathLst>
              <a:path h="879570" w="1897112">
                <a:moveTo>
                  <a:pt x="0" y="0"/>
                </a:moveTo>
                <a:lnTo>
                  <a:pt x="1897112" y="0"/>
                </a:lnTo>
                <a:lnTo>
                  <a:pt x="1897112" y="879570"/>
                </a:lnTo>
                <a:lnTo>
                  <a:pt x="0" y="8795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828800" y="3926257"/>
          <a:ext cx="7315200" cy="5114925"/>
        </p:xfrm>
        <a:graphic>
          <a:graphicData uri="http://schemas.openxmlformats.org/drawingml/2006/table">
            <a:tbl>
              <a:tblPr/>
              <a:tblGrid>
                <a:gridCol w="1555641"/>
                <a:gridCol w="2286767"/>
                <a:gridCol w="3472792"/>
              </a:tblGrid>
              <a:tr h="1026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rank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Prioridade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User Story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2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média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Como cliente,  quero que a documentação esteja no github;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2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como cliente, quero que os dados sejam refinados no banco de dados;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2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Como cliente, quero que retirem os paraísos fiscais  do banco de dados;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9144000" y="3926257"/>
          <a:ext cx="7315200" cy="5117359"/>
        </p:xfrm>
        <a:graphic>
          <a:graphicData uri="http://schemas.openxmlformats.org/drawingml/2006/table">
            <a:tbl>
              <a:tblPr/>
              <a:tblGrid>
                <a:gridCol w="2201947"/>
                <a:gridCol w="1624698"/>
                <a:gridCol w="3488555"/>
              </a:tblGrid>
              <a:tr h="10273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Estimativa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Requisito do parceiro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8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4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68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labeloo"/>
                          <a:ea typeface="Balabeloo"/>
                          <a:cs typeface="Balabeloo"/>
                          <a:sym typeface="Balabelo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828800" y="2025649"/>
            <a:ext cx="14630400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USER STORIES - SPRITN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1388217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GITHUB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94869" y="2633827"/>
            <a:ext cx="4937760" cy="493776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255401" y="4808564"/>
            <a:ext cx="11609144" cy="53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2"/>
              </a:lnSpc>
              <a:spcBef>
                <a:spcPct val="0"/>
              </a:spcBef>
            </a:pPr>
            <a:r>
              <a:rPr lang="en-US" sz="3122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HTTPS://GITHUB.COM/KAUEOV/API-2-SEM/TREE/MAIN?TAB=README-OV-FILE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1680658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SOLUCAO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10188478" y="1432215"/>
            <a:ext cx="341003" cy="92879"/>
          </a:xfrm>
          <a:prstGeom prst="line">
            <a:avLst/>
          </a:prstGeom>
          <a:ln cap="rnd" w="6667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9685071" y="2421280"/>
            <a:ext cx="106057" cy="224154"/>
          </a:xfrm>
          <a:prstGeom prst="line">
            <a:avLst/>
          </a:prstGeom>
          <a:ln cap="flat" w="12382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0466782" y="1365715"/>
            <a:ext cx="384997" cy="24711"/>
          </a:xfrm>
          <a:prstGeom prst="line">
            <a:avLst/>
          </a:prstGeom>
          <a:ln cap="rnd" w="6667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649325" y="3601919"/>
            <a:ext cx="7145944" cy="4001728"/>
          </a:xfrm>
          <a:custGeom>
            <a:avLst/>
            <a:gdLst/>
            <a:ahLst/>
            <a:cxnLst/>
            <a:rect r="r" b="b" t="t" l="l"/>
            <a:pathLst>
              <a:path h="4001728" w="7145944">
                <a:moveTo>
                  <a:pt x="0" y="0"/>
                </a:moveTo>
                <a:lnTo>
                  <a:pt x="7145944" y="0"/>
                </a:lnTo>
                <a:lnTo>
                  <a:pt x="7145944" y="4001728"/>
                </a:lnTo>
                <a:lnTo>
                  <a:pt x="0" y="400172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20635" y="3601919"/>
            <a:ext cx="7130028" cy="4001728"/>
          </a:xfrm>
          <a:custGeom>
            <a:avLst/>
            <a:gdLst/>
            <a:ahLst/>
            <a:cxnLst/>
            <a:rect r="r" b="b" t="t" l="l"/>
            <a:pathLst>
              <a:path h="4001728" w="7130028">
                <a:moveTo>
                  <a:pt x="0" y="0"/>
                </a:moveTo>
                <a:lnTo>
                  <a:pt x="7130028" y="0"/>
                </a:lnTo>
                <a:lnTo>
                  <a:pt x="7130028" y="4001728"/>
                </a:lnTo>
                <a:lnTo>
                  <a:pt x="0" y="400172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1680658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SOLUCAO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10188478" y="1432215"/>
            <a:ext cx="341003" cy="92879"/>
          </a:xfrm>
          <a:prstGeom prst="line">
            <a:avLst/>
          </a:prstGeom>
          <a:ln cap="rnd" w="6667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9685071" y="2421280"/>
            <a:ext cx="106057" cy="224154"/>
          </a:xfrm>
          <a:prstGeom prst="line">
            <a:avLst/>
          </a:prstGeom>
          <a:ln cap="flat" w="12382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0466782" y="1365715"/>
            <a:ext cx="384997" cy="24711"/>
          </a:xfrm>
          <a:prstGeom prst="line">
            <a:avLst/>
          </a:prstGeom>
          <a:ln cap="rnd" w="6667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649325" y="3601919"/>
            <a:ext cx="7145944" cy="4001728"/>
          </a:xfrm>
          <a:custGeom>
            <a:avLst/>
            <a:gdLst/>
            <a:ahLst/>
            <a:cxnLst/>
            <a:rect r="r" b="b" t="t" l="l"/>
            <a:pathLst>
              <a:path h="4001728" w="7145944">
                <a:moveTo>
                  <a:pt x="0" y="0"/>
                </a:moveTo>
                <a:lnTo>
                  <a:pt x="7145944" y="0"/>
                </a:lnTo>
                <a:lnTo>
                  <a:pt x="7145944" y="4001728"/>
                </a:lnTo>
                <a:lnTo>
                  <a:pt x="0" y="400172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20635" y="3601919"/>
            <a:ext cx="7130028" cy="4001728"/>
          </a:xfrm>
          <a:custGeom>
            <a:avLst/>
            <a:gdLst/>
            <a:ahLst/>
            <a:cxnLst/>
            <a:rect r="r" b="b" t="t" l="l"/>
            <a:pathLst>
              <a:path h="4001728" w="7130028">
                <a:moveTo>
                  <a:pt x="0" y="0"/>
                </a:moveTo>
                <a:lnTo>
                  <a:pt x="7130028" y="0"/>
                </a:lnTo>
                <a:lnTo>
                  <a:pt x="7130028" y="4001728"/>
                </a:lnTo>
                <a:lnTo>
                  <a:pt x="0" y="400172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649325" y="3601919"/>
            <a:ext cx="7072884" cy="3978497"/>
          </a:xfrm>
          <a:custGeom>
            <a:avLst/>
            <a:gdLst/>
            <a:ahLst/>
            <a:cxnLst/>
            <a:rect r="r" b="b" t="t" l="l"/>
            <a:pathLst>
              <a:path h="3978497" w="7072884">
                <a:moveTo>
                  <a:pt x="0" y="0"/>
                </a:moveTo>
                <a:lnTo>
                  <a:pt x="7072884" y="0"/>
                </a:lnTo>
                <a:lnTo>
                  <a:pt x="7072884" y="3978497"/>
                </a:lnTo>
                <a:lnTo>
                  <a:pt x="0" y="397849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420635" y="3610831"/>
            <a:ext cx="7130028" cy="3992816"/>
          </a:xfrm>
          <a:custGeom>
            <a:avLst/>
            <a:gdLst/>
            <a:ahLst/>
            <a:cxnLst/>
            <a:rect r="r" b="b" t="t" l="l"/>
            <a:pathLst>
              <a:path h="3992816" w="7130028">
                <a:moveTo>
                  <a:pt x="0" y="0"/>
                </a:moveTo>
                <a:lnTo>
                  <a:pt x="7130028" y="0"/>
                </a:lnTo>
                <a:lnTo>
                  <a:pt x="7130028" y="3992816"/>
                </a:lnTo>
                <a:lnTo>
                  <a:pt x="0" y="399281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85237" y="3548189"/>
            <a:ext cx="10979930" cy="209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OBRIGADO!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A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1675045"/>
            <a:ext cx="10217158" cy="239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REFERENCIAS BIBLIOGRAFICAS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80904" y="3979339"/>
            <a:ext cx="14096962" cy="67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0806" indent="-220403" lvl="1">
              <a:lnSpc>
                <a:spcPts val="2531"/>
              </a:lnSpc>
              <a:buFont typeface="Arial"/>
              <a:buChar char="•"/>
            </a:pPr>
            <a:r>
              <a:rPr lang="en-US" sz="2041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CANVA. Blue Abstract Fun Group Project Presentation. Disponível em: https://encurtador.com.br/mQluS. Acesso em: 02 jun. 2025.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8809859" y="1550302"/>
            <a:ext cx="605936" cy="29706"/>
          </a:xfrm>
          <a:prstGeom prst="line">
            <a:avLst/>
          </a:prstGeom>
          <a:ln cap="rnd" w="85725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0112145" y="2414337"/>
            <a:ext cx="117779" cy="219414"/>
          </a:xfrm>
          <a:prstGeom prst="line">
            <a:avLst/>
          </a:prstGeom>
          <a:ln cap="rnd" w="133350">
            <a:solidFill>
              <a:srgbClr val="4F7BC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DAGpOBkrcEw</dc:identifier>
  <dcterms:modified xsi:type="dcterms:W3CDTF">2011-08-01T06:04:30Z</dcterms:modified>
  <cp:revision>1</cp:revision>
  <dc:title>Blue Abstract Fun Group Project Presentation</dc:title>
</cp:coreProperties>
</file>